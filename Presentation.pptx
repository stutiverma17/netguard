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828800"/>
          </a:xfrm>
          <a:prstGeom prst="rect">
            <a:avLst/>
          </a:prstGeom>
          <a:solidFill>
            <a:srgbClr val="1B2F4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411480" cy="18288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37160"/>
            <a:ext cx="10058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🛡️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1600200" y="18288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NetGuard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1600200" y="100584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 Risk Assessment &amp; Threat Intelligence Platform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00200" y="1600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Vidzai Digital  |  2026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2331720"/>
            <a:ext cx="1280160" cy="384048"/>
          </a:xfrm>
          <a:prstGeom prst="rect">
            <a:avLst/>
          </a:prstGeom>
          <a:solidFill>
            <a:srgbClr val="132F4C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0040" y="2331720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783080" y="2331720"/>
            <a:ext cx="1280160" cy="384048"/>
          </a:xfrm>
          <a:prstGeom prst="rect">
            <a:avLst/>
          </a:prstGeom>
          <a:solidFill>
            <a:srgbClr val="132F4C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783080" y="2331720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Streamlit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46120" y="2331720"/>
            <a:ext cx="1280160" cy="384048"/>
          </a:xfrm>
          <a:prstGeom prst="rect">
            <a:avLst/>
          </a:prstGeom>
          <a:solidFill>
            <a:srgbClr val="132F4C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246120" y="2331720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Nmap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09160" y="2331720"/>
            <a:ext cx="1280160" cy="384048"/>
          </a:xfrm>
          <a:prstGeom prst="rect">
            <a:avLst/>
          </a:prstGeom>
          <a:solidFill>
            <a:srgbClr val="132F4C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709160" y="2331720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VirusTotal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72200" y="2331720"/>
            <a:ext cx="1280160" cy="384048"/>
          </a:xfrm>
          <a:prstGeom prst="rect">
            <a:avLst/>
          </a:prstGeom>
          <a:solidFill>
            <a:srgbClr val="132F4C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172200" y="2331720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Plotly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635240" y="2331720"/>
            <a:ext cx="1280160" cy="384048"/>
          </a:xfrm>
          <a:prstGeom prst="rect">
            <a:avLst/>
          </a:prstGeom>
          <a:solidFill>
            <a:srgbClr val="132F4C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635240" y="2331720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fpdf2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0" y="4754880"/>
            <a:ext cx="9144000" cy="384048"/>
          </a:xfrm>
          <a:prstGeom prst="rect">
            <a:avLst/>
          </a:prstGeom>
          <a:solidFill>
            <a:srgbClr val="1B2F4E"/>
          </a:solidFill>
          <a:ln/>
        </p:spPr>
      </p:sp>
      <p:sp>
        <p:nvSpPr>
          <p:cNvPr id="21" name="Text 19"/>
          <p:cNvSpPr/>
          <p:nvPr/>
        </p:nvSpPr>
        <p:spPr>
          <a:xfrm>
            <a:off x="0" y="4754880"/>
            <a:ext cx="9144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Network Vulnerability Assessment  •  Threat Intelligence  •  Risk Reporting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8288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274320" y="804672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organizations remain vulnerable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078992"/>
            <a:ext cx="8595360" cy="2743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6" name="Shape 4"/>
          <p:cNvSpPr/>
          <p:nvPr/>
        </p:nvSpPr>
        <p:spPr>
          <a:xfrm>
            <a:off x="228600" y="1325880"/>
            <a:ext cx="2743200" cy="1463040"/>
          </a:xfrm>
          <a:prstGeom prst="rect">
            <a:avLst/>
          </a:prstGeom>
          <a:solidFill>
            <a:srgbClr val="1B2F4E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28600" y="1435608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🔓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320040" y="189280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Undetected Open Ports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20040" y="2203704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Services nobody knows are running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154680" y="1325880"/>
            <a:ext cx="2743200" cy="1463040"/>
          </a:xfrm>
          <a:prstGeom prst="rect">
            <a:avLst/>
          </a:prstGeom>
          <a:solidFill>
            <a:srgbClr val="1B2F4E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154680" y="1435608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⏱️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3246120" y="189280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Scanning is Slow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246120" y="2203704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Can't check hundreds of servers by hand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080760" y="1325880"/>
            <a:ext cx="2743200" cy="1463040"/>
          </a:xfrm>
          <a:prstGeom prst="rect">
            <a:avLst/>
          </a:prstGeom>
          <a:solidFill>
            <a:srgbClr val="1B2F4E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080760" y="1435608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📊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172200" y="189280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Risk Quantification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172200" y="2203704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way to prioritize which to fix first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691640" y="3063240"/>
            <a:ext cx="2743200" cy="1463040"/>
          </a:xfrm>
          <a:prstGeom prst="rect">
            <a:avLst/>
          </a:prstGeom>
          <a:solidFill>
            <a:srgbClr val="1B2F4E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691640" y="3172968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🦠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1783080" y="363016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Threat Intel Gap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783080" y="3941064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way to check if IPs are malicious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17720" y="3063240"/>
            <a:ext cx="2743200" cy="1463040"/>
          </a:xfrm>
          <a:prstGeom prst="rect">
            <a:avLst/>
          </a:prstGeom>
          <a:solidFill>
            <a:srgbClr val="1B2F4E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617720" y="3172968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📄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4709160" y="363016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Reporting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709160" y="3941064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Reports written by hand — slow, error-prone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8288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NetGuard Solution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274320" y="804672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automated security workflow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078992"/>
            <a:ext cx="8595360" cy="2743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234440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Python platform handles the entire security assessment lifecycle: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691640"/>
            <a:ext cx="1463040" cy="2514600"/>
          </a:xfrm>
          <a:prstGeom prst="rect">
            <a:avLst/>
          </a:prstGeom>
          <a:solidFill>
            <a:srgbClr val="1B2F4E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31520" y="1792224"/>
            <a:ext cx="548640" cy="548640"/>
          </a:xfrm>
          <a:prstGeom prst="ellipse">
            <a:avLst/>
          </a:prstGeom>
          <a:solidFill>
            <a:srgbClr val="1D6FA4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792224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74320" y="242316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D6F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20040" y="2816352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Nmap probes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65+ ports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2377440"/>
            <a:ext cx="2560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993392" y="1691640"/>
            <a:ext cx="1463040" cy="2514600"/>
          </a:xfrm>
          <a:prstGeom prst="rect">
            <a:avLst/>
          </a:prstGeom>
          <a:solidFill>
            <a:srgbClr val="1B2F4E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450592" y="1792224"/>
            <a:ext cx="548640" cy="54864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5" name="Text 13"/>
          <p:cNvSpPr/>
          <p:nvPr/>
        </p:nvSpPr>
        <p:spPr>
          <a:xfrm>
            <a:off x="2450592" y="1792224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993392" y="242316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Enrich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2039112" y="2816352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VirusTotal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 reputation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456432" y="2377440"/>
            <a:ext cx="2560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712464" y="1691640"/>
            <a:ext cx="1463040" cy="2514600"/>
          </a:xfrm>
          <a:prstGeom prst="rect">
            <a:avLst/>
          </a:prstGeom>
          <a:solidFill>
            <a:srgbClr val="1B2F4E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169664" y="1792224"/>
            <a:ext cx="548640" cy="54864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21" name="Text 19"/>
          <p:cNvSpPr/>
          <p:nvPr/>
        </p:nvSpPr>
        <p:spPr>
          <a:xfrm>
            <a:off x="4169664" y="1792224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3712464" y="242316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3758184" y="2816352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CVSS-based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1–10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175504" y="2377440"/>
            <a:ext cx="2560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431536" y="1691640"/>
            <a:ext cx="1463040" cy="2514600"/>
          </a:xfrm>
          <a:prstGeom prst="rect">
            <a:avLst/>
          </a:prstGeom>
          <a:solidFill>
            <a:srgbClr val="1B2F4E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888736" y="1792224"/>
            <a:ext cx="548640" cy="54864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27" name="Text 25"/>
          <p:cNvSpPr/>
          <p:nvPr/>
        </p:nvSpPr>
        <p:spPr>
          <a:xfrm>
            <a:off x="5888736" y="1792224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431536" y="242316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Visualize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5477256" y="2816352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Plotly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charts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894576" y="2377440"/>
            <a:ext cx="2560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7150608" y="1691640"/>
            <a:ext cx="1463040" cy="2514600"/>
          </a:xfrm>
          <a:prstGeom prst="rect">
            <a:avLst/>
          </a:prstGeom>
          <a:solidFill>
            <a:srgbClr val="1B2F4E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7607808" y="1792224"/>
            <a:ext cx="548640" cy="54864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3" name="Text 31"/>
          <p:cNvSpPr/>
          <p:nvPr/>
        </p:nvSpPr>
        <p:spPr>
          <a:xfrm>
            <a:off x="7607808" y="1792224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7150608" y="242316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7196328" y="2816352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+ PDF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auto-generated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274320" y="4462272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Beginner-friendly Python  •  No complex deployment  •  Runs locally from Jupyter Notebook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8288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B2F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274320" y="804672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6F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4-module modular design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078992"/>
            <a:ext cx="8595360" cy="2743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6" name="Shape 4"/>
          <p:cNvSpPr/>
          <p:nvPr/>
        </p:nvSpPr>
        <p:spPr>
          <a:xfrm>
            <a:off x="2926080" y="1298448"/>
            <a:ext cx="3291840" cy="475488"/>
          </a:xfrm>
          <a:prstGeom prst="rect">
            <a:avLst/>
          </a:prstGeom>
          <a:solidFill>
            <a:srgbClr val="1B2F4E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926080" y="1298448"/>
            <a:ext cx="3291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.env — API keys &amp; Gmail credentials (never commit!)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28600" y="1920240"/>
            <a:ext cx="2103120" cy="2468880"/>
          </a:xfrm>
          <a:prstGeom prst="rect">
            <a:avLst/>
          </a:prstGeom>
          <a:solidFill>
            <a:srgbClr val="1B2F4E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28600" y="1920240"/>
            <a:ext cx="2103120" cy="402336"/>
          </a:xfrm>
          <a:prstGeom prst="rect">
            <a:avLst/>
          </a:prstGeom>
          <a:solidFill>
            <a:srgbClr val="1D6FA4"/>
          </a:solidFill>
          <a:ln/>
        </p:spPr>
      </p:sp>
      <p:sp>
        <p:nvSpPr>
          <p:cNvPr id="10" name="Text 8"/>
          <p:cNvSpPr/>
          <p:nvPr/>
        </p:nvSpPr>
        <p:spPr>
          <a:xfrm>
            <a:off x="228600" y="1920240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scanner.py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20040" y="2395728"/>
            <a:ext cx="1920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Run Nmap via subprocess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Parse XML output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VirusTotal API v3 enrichment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423160" y="1920240"/>
            <a:ext cx="2103120" cy="2468880"/>
          </a:xfrm>
          <a:prstGeom prst="rect">
            <a:avLst/>
          </a:prstGeom>
          <a:solidFill>
            <a:srgbClr val="1B2F4E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423160" y="1920240"/>
            <a:ext cx="2103120" cy="40233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4" name="Text 12"/>
          <p:cNvSpPr/>
          <p:nvPr/>
        </p:nvSpPr>
        <p:spPr>
          <a:xfrm>
            <a:off x="2423160" y="1920240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database.py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514600" y="2395728"/>
            <a:ext cx="1920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SQLite scan history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Session persistence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Delete/query helpers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17720" y="1920240"/>
            <a:ext cx="2103120" cy="2468880"/>
          </a:xfrm>
          <a:prstGeom prst="rect">
            <a:avLst/>
          </a:prstGeom>
          <a:solidFill>
            <a:srgbClr val="1B2F4E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17720" y="1920240"/>
            <a:ext cx="2103120" cy="40233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8" name="Text 16"/>
          <p:cNvSpPr/>
          <p:nvPr/>
        </p:nvSpPr>
        <p:spPr>
          <a:xfrm>
            <a:off x="4617720" y="1920240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emailer.py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709160" y="2395728"/>
            <a:ext cx="1920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fpdf2 PDF generation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Simple HTML email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Gmail SMTP delivery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812280" y="1920240"/>
            <a:ext cx="2103120" cy="2468880"/>
          </a:xfrm>
          <a:prstGeom prst="rect">
            <a:avLst/>
          </a:prstGeom>
          <a:solidFill>
            <a:srgbClr val="1B2F4E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812280" y="1920240"/>
            <a:ext cx="2103120" cy="40233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2" name="Text 20"/>
          <p:cNvSpPr/>
          <p:nvPr/>
        </p:nvSpPr>
        <p:spPr>
          <a:xfrm>
            <a:off x="6812280" y="1920240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dashboard/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903720" y="2395728"/>
            <a:ext cx="1920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Streamlit multi-page app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5 Plotly chart types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Session state storage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8288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Nmap Vulnerability Scanner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274320" y="804672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scanner.py — detecting open ports and services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078992"/>
            <a:ext cx="8595360" cy="2743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6" name="Shape 4"/>
          <p:cNvSpPr/>
          <p:nvPr/>
        </p:nvSpPr>
        <p:spPr>
          <a:xfrm>
            <a:off x="228600" y="1298448"/>
            <a:ext cx="8686800" cy="640080"/>
          </a:xfrm>
          <a:prstGeom prst="rect">
            <a:avLst/>
          </a:prstGeom>
          <a:solidFill>
            <a:srgbClr val="0D2137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1335024"/>
            <a:ext cx="8412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nmap  -Pn  -sV  --open  -p  21,22,80,443,3306,3389,...  -oX  result.xml  target.com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28600" y="2121408"/>
            <a:ext cx="1371600" cy="530352"/>
          </a:xfrm>
          <a:prstGeom prst="rect">
            <a:avLst/>
          </a:prstGeom>
          <a:solidFill>
            <a:srgbClr val="1B2F4E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28600" y="2121408"/>
            <a:ext cx="1371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-Pn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783080" y="2194560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Skip host-discovery ping. Many firewalls block ICMP, so this ensures scanning still runs.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28600" y="2761488"/>
            <a:ext cx="1371600" cy="530352"/>
          </a:xfrm>
          <a:prstGeom prst="rect">
            <a:avLst/>
          </a:prstGeom>
          <a:solidFill>
            <a:srgbClr val="1B2F4E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28600" y="2761488"/>
            <a:ext cx="1371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-sV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783080" y="2834640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 software versions on each port (e.g. 'Apache httpd 2.4.41' not just 'http').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28600" y="3401568"/>
            <a:ext cx="1371600" cy="530352"/>
          </a:xfrm>
          <a:prstGeom prst="rect">
            <a:avLst/>
          </a:prstGeom>
          <a:solidFill>
            <a:srgbClr val="1B2F4E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28600" y="3401568"/>
            <a:ext cx="1371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--open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783080" y="3474720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show ports that are open. Closed/filtered ports are noise we don't need.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228600" y="4041648"/>
            <a:ext cx="1371600" cy="530352"/>
          </a:xfrm>
          <a:prstGeom prst="rect">
            <a:avLst/>
          </a:prstGeom>
          <a:solidFill>
            <a:srgbClr val="1B2F4E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228600" y="4041648"/>
            <a:ext cx="1371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-oX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783080" y="4114800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 output as XML. Python's xml.etree.ElementTree can parse this precisely.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228600" y="4663440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65+ ports scanned  •  XML parsed with xml.etree.ElementTree  •  Results enriched with VirusTotal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8288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CVSS-Inspired Risk Scoring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274320" y="804672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each finding gets a score 1–10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078992"/>
            <a:ext cx="8595360" cy="2743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6" name="Shape 4"/>
          <p:cNvSpPr/>
          <p:nvPr/>
        </p:nvSpPr>
        <p:spPr>
          <a:xfrm>
            <a:off x="228600" y="1298448"/>
            <a:ext cx="8686800" cy="594360"/>
          </a:xfrm>
          <a:prstGeom prst="rect">
            <a:avLst/>
          </a:prstGeom>
          <a:solidFill>
            <a:srgbClr val="0D2137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1316736"/>
            <a:ext cx="8412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risk_score  =  min(10,   1  +  service_bonus  +  vt_malicious_count)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28600" y="2084832"/>
            <a:ext cx="2743200" cy="2286000"/>
          </a:xfrm>
          <a:prstGeom prst="rect">
            <a:avLst/>
          </a:prstGeom>
          <a:solidFill>
            <a:srgbClr val="1B2F4E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28600" y="2084832"/>
            <a:ext cx="2743200" cy="457200"/>
          </a:xfrm>
          <a:prstGeom prst="rect">
            <a:avLst/>
          </a:prstGeom>
          <a:solidFill>
            <a:srgbClr val="1D6FA4"/>
          </a:solidFill>
          <a:ln/>
        </p:spPr>
      </p:sp>
      <p:sp>
        <p:nvSpPr>
          <p:cNvPr id="10" name="Text 8"/>
          <p:cNvSpPr/>
          <p:nvPr/>
        </p:nvSpPr>
        <p:spPr>
          <a:xfrm>
            <a:off x="228600" y="208483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Bonus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20040" y="262432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6F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Range: 0–4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0040" y="292608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dangerous is this service type?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20040" y="32461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e.g. telnet=4, rdp=4, ftp=3, http=1, https=0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00400" y="2084832"/>
            <a:ext cx="2743200" cy="2286000"/>
          </a:xfrm>
          <a:prstGeom prst="rect">
            <a:avLst/>
          </a:prstGeom>
          <a:solidFill>
            <a:srgbClr val="1B2F4E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0" y="2084832"/>
            <a:ext cx="2743200" cy="4572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6" name="Text 14"/>
          <p:cNvSpPr/>
          <p:nvPr/>
        </p:nvSpPr>
        <p:spPr>
          <a:xfrm>
            <a:off x="3200400" y="208483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VT Malicious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291840" y="262432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Range: 0–10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291840" y="292608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 this IP been observed attacking?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291840" y="32461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e.g. # of AV engines flagging the IP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172200" y="2084832"/>
            <a:ext cx="2743200" cy="2286000"/>
          </a:xfrm>
          <a:prstGeom prst="rect">
            <a:avLst/>
          </a:prstGeom>
          <a:solidFill>
            <a:srgbClr val="1B2F4E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172200" y="2084832"/>
            <a:ext cx="2743200" cy="4572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2" name="Text 20"/>
          <p:cNvSpPr/>
          <p:nvPr/>
        </p:nvSpPr>
        <p:spPr>
          <a:xfrm>
            <a:off x="6172200" y="208483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Score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263640" y="262432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Range: 1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263640" y="292608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finding has a baseline score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263640" y="32461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e.g. Always 1 minimum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28600" y="4544568"/>
            <a:ext cx="2011680" cy="329184"/>
          </a:xfrm>
          <a:prstGeom prst="rect">
            <a:avLst/>
          </a:prstGeom>
          <a:solidFill>
            <a:srgbClr val="16A34A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228600" y="4544568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 (1–3)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9736" y="4544568"/>
            <a:ext cx="2011680" cy="329184"/>
          </a:xfrm>
          <a:prstGeom prst="rect">
            <a:avLst/>
          </a:prstGeom>
          <a:solidFill>
            <a:srgbClr val="D97706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2459736" y="4544568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  (4–6)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690872" y="4544568"/>
            <a:ext cx="2011680" cy="329184"/>
          </a:xfrm>
          <a:prstGeom prst="rect">
            <a:avLst/>
          </a:prstGeom>
          <a:solidFill>
            <a:srgbClr val="DC2626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690872" y="4544568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 (7–8)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922008" y="4544568"/>
            <a:ext cx="2011680" cy="329184"/>
          </a:xfrm>
          <a:prstGeom prst="rect">
            <a:avLst/>
          </a:prstGeom>
          <a:solidFill>
            <a:srgbClr val="7F1D1D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922008" y="4544568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 (9–10)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8288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Streamlit Dashboard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274320" y="804672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5-page interactive web interface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078992"/>
            <a:ext cx="8595360" cy="2743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6" name="Shape 4"/>
          <p:cNvSpPr/>
          <p:nvPr/>
        </p:nvSpPr>
        <p:spPr>
          <a:xfrm>
            <a:off x="228600" y="1325880"/>
            <a:ext cx="8686800" cy="658368"/>
          </a:xfrm>
          <a:prstGeom prst="rect">
            <a:avLst/>
          </a:prstGeom>
          <a:solidFill>
            <a:srgbClr val="1B2F4E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" y="1399032"/>
            <a:ext cx="5943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🏠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05840" y="13990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Overview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" y="1691640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metrics, 3 quick charts, host summary table, quick actions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28600" y="2084832"/>
            <a:ext cx="8686800" cy="658368"/>
          </a:xfrm>
          <a:prstGeom prst="rect">
            <a:avLst/>
          </a:prstGeom>
          <a:solidFill>
            <a:srgbClr val="1B2F4E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0040" y="2157984"/>
            <a:ext cx="5943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📋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005840" y="215798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 Data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05840" y="245059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colour-coded results table with IP/service/severity filters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28600" y="2843784"/>
            <a:ext cx="8686800" cy="658368"/>
          </a:xfrm>
          <a:prstGeom prst="rect">
            <a:avLst/>
          </a:prstGeom>
          <a:solidFill>
            <a:srgbClr val="1B2F4E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20040" y="2916936"/>
            <a:ext cx="5943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📈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005840" y="291693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Charts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05840" y="3209544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Donut, bar, heatmap, scatter, stacked VT bar — all interactive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28600" y="3602736"/>
            <a:ext cx="8686800" cy="658368"/>
          </a:xfrm>
          <a:prstGeom prst="rect">
            <a:avLst/>
          </a:prstGeom>
          <a:solidFill>
            <a:srgbClr val="1B2F4E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20040" y="3675888"/>
            <a:ext cx="5943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🚨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005840" y="367588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Threat Intel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05840" y="3968496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Critical/High findings, CVE cards, geographic distribution map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28600" y="4361688"/>
            <a:ext cx="8686800" cy="658368"/>
          </a:xfrm>
          <a:prstGeom prst="rect">
            <a:avLst/>
          </a:prstGeom>
          <a:solidFill>
            <a:srgbClr val="1B2F4E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20040" y="4434840"/>
            <a:ext cx="5943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🗂️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1005840" y="44348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History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005840" y="4727448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past scan sessions from SQLite, risk trend line chart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8288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Alert &amp; PDF Report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274320" y="804672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alerting when High/Critical risks detected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078992"/>
            <a:ext cx="8595360" cy="2743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6" name="Shape 4"/>
          <p:cNvSpPr/>
          <p:nvPr/>
        </p:nvSpPr>
        <p:spPr>
          <a:xfrm>
            <a:off x="228600" y="1298448"/>
            <a:ext cx="4206240" cy="3474720"/>
          </a:xfrm>
          <a:prstGeom prst="rect">
            <a:avLst/>
          </a:prstGeom>
          <a:solidFill>
            <a:srgbClr val="1B2F4E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1298448"/>
            <a:ext cx="4206240" cy="4572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129844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📄 PDF Report (fpdf2)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65760" y="184708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  Dark header bar with title &amp; scan time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230428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  Summary cards (findings, hosts, max risk, critical)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276148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  Colour-coded findings table per port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" y="321868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  CVE references and CVSS scores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5760" y="367588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  Recommended actions section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65760" y="413308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  Auto-saved to reports/ folder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09160" y="1298448"/>
            <a:ext cx="4206240" cy="3474720"/>
          </a:xfrm>
          <a:prstGeom prst="rect">
            <a:avLst/>
          </a:prstGeom>
          <a:solidFill>
            <a:srgbClr val="1B2F4E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09160" y="1298448"/>
            <a:ext cx="4206240" cy="457200"/>
          </a:xfrm>
          <a:prstGeom prst="rect">
            <a:avLst/>
          </a:prstGeom>
          <a:solidFill>
            <a:srgbClr val="1D6FA4"/>
          </a:solidFill>
          <a:ln/>
        </p:spPr>
      </p:sp>
      <p:sp>
        <p:nvSpPr>
          <p:cNvPr id="17" name="Text 15"/>
          <p:cNvSpPr/>
          <p:nvPr/>
        </p:nvSpPr>
        <p:spPr>
          <a:xfrm>
            <a:off x="4754880" y="129844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📧 Email Alert (Gmail SMTP)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846320" y="184708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  Triggered automatically on High/Critical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46320" y="230428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  Clean HTML email with summary table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46320" y="276148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  3 metric cards: findings / critical / high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46320" y="321868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  Findings table with severity badges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46320" y="367588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  PDF report attached automatically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46320" y="413308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  Gmail App Password — credentials in .env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28600" y="4892040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Credentials stored securely in .env — never hardcoded in source files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8288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Recommended Test Targets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274320" y="804672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Intentionally vulnerable environments for testing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078992"/>
            <a:ext cx="8595360" cy="2743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6" name="Shape 4"/>
          <p:cNvSpPr/>
          <p:nvPr/>
        </p:nvSpPr>
        <p:spPr>
          <a:xfrm>
            <a:off x="228600" y="1298448"/>
            <a:ext cx="8686800" cy="384048"/>
          </a:xfrm>
          <a:prstGeom prst="rect">
            <a:avLst/>
          </a:prstGeom>
          <a:solidFill>
            <a:srgbClr val="1B2F4E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1335024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testphp.vulnweb.com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0" y="1335024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Acunetix PHP test site — HTTP, FTP, MySQL exposed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321040" y="1353312"/>
            <a:ext cx="868680" cy="256032"/>
          </a:xfrm>
          <a:prstGeom prst="rect">
            <a:avLst/>
          </a:prstGeom>
          <a:solidFill>
            <a:srgbClr val="7F1D1D"/>
          </a:solidFill>
          <a:ln/>
        </p:spPr>
      </p:sp>
      <p:sp>
        <p:nvSpPr>
          <p:cNvPr id="10" name="Text 8"/>
          <p:cNvSpPr/>
          <p:nvPr/>
        </p:nvSpPr>
        <p:spPr>
          <a:xfrm>
            <a:off x="8321040" y="1353312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28600" y="1755648"/>
            <a:ext cx="8686800" cy="384048"/>
          </a:xfrm>
          <a:prstGeom prst="rect">
            <a:avLst/>
          </a:prstGeom>
          <a:solidFill>
            <a:srgbClr val="132F4C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792224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testasp.vulnweb.com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657600" y="1792224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Acunetix ASP test site — HTTP, SMTP open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321040" y="1810512"/>
            <a:ext cx="868680" cy="25603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5" name="Text 13"/>
          <p:cNvSpPr/>
          <p:nvPr/>
        </p:nvSpPr>
        <p:spPr>
          <a:xfrm>
            <a:off x="8321040" y="1810512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28600" y="2212848"/>
            <a:ext cx="8686800" cy="384048"/>
          </a:xfrm>
          <a:prstGeom prst="rect">
            <a:avLst/>
          </a:prstGeom>
          <a:solidFill>
            <a:srgbClr val="1B2F4E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65760" y="2249424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testaspnet.vulnweb.com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657600" y="2249424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Acunetix ASP.NET — HTTP/HTTPS, database exposed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321040" y="2267712"/>
            <a:ext cx="868680" cy="25603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0" name="Text 18"/>
          <p:cNvSpPr/>
          <p:nvPr/>
        </p:nvSpPr>
        <p:spPr>
          <a:xfrm>
            <a:off x="8321040" y="2267712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28600" y="2670048"/>
            <a:ext cx="8686800" cy="384048"/>
          </a:xfrm>
          <a:prstGeom prst="rect">
            <a:avLst/>
          </a:prstGeom>
          <a:solidFill>
            <a:srgbClr val="132F4C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5760" y="2706624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zero.webappsecurity.com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657600" y="2706624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HP Zero Bank — demo banking application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321040" y="2724912"/>
            <a:ext cx="868680" cy="25603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5" name="Text 23"/>
          <p:cNvSpPr/>
          <p:nvPr/>
        </p:nvSpPr>
        <p:spPr>
          <a:xfrm>
            <a:off x="8321040" y="2724912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28600" y="3127248"/>
            <a:ext cx="8686800" cy="384048"/>
          </a:xfrm>
          <a:prstGeom prst="rect">
            <a:avLst/>
          </a:prstGeom>
          <a:solidFill>
            <a:srgbClr val="1B2F4E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65760" y="3163824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pentest-ground.com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657600" y="3163824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Pentesting practice environment — multiple services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321040" y="3182112"/>
            <a:ext cx="868680" cy="256032"/>
          </a:xfrm>
          <a:prstGeom prst="rect">
            <a:avLst/>
          </a:prstGeom>
          <a:solidFill>
            <a:srgbClr val="7F1D1D"/>
          </a:solidFill>
          <a:ln/>
        </p:spPr>
      </p:sp>
      <p:sp>
        <p:nvSpPr>
          <p:cNvPr id="30" name="Text 28"/>
          <p:cNvSpPr/>
          <p:nvPr/>
        </p:nvSpPr>
        <p:spPr>
          <a:xfrm>
            <a:off x="8321040" y="3182112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28600" y="3584448"/>
            <a:ext cx="8686800" cy="384048"/>
          </a:xfrm>
          <a:prstGeom prst="rect">
            <a:avLst/>
          </a:prstGeom>
          <a:solidFill>
            <a:srgbClr val="132F4C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65760" y="3621024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demo.testfire.net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657600" y="3621024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 Altoro Mutual — legacy demo banking site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8321040" y="3639312"/>
            <a:ext cx="868680" cy="25603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5" name="Text 33"/>
          <p:cNvSpPr/>
          <p:nvPr/>
        </p:nvSpPr>
        <p:spPr>
          <a:xfrm>
            <a:off x="8321040" y="3639312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28600" y="4041648"/>
            <a:ext cx="8686800" cy="384048"/>
          </a:xfrm>
          <a:prstGeom prst="rect">
            <a:avLst/>
          </a:prstGeom>
          <a:solidFill>
            <a:srgbClr val="1B2F4E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365760" y="4078224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demo.owasp-juice.shop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3657600" y="4078224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OWASP Juice Shop — intentionally insecure Node.js app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8321040" y="4096512"/>
            <a:ext cx="868680" cy="25603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0" name="Text 38"/>
          <p:cNvSpPr/>
          <p:nvPr/>
        </p:nvSpPr>
        <p:spPr>
          <a:xfrm>
            <a:off x="8321040" y="4096512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28600" y="4498848"/>
            <a:ext cx="8686800" cy="384048"/>
          </a:xfrm>
          <a:prstGeom prst="rect">
            <a:avLst/>
          </a:prstGeom>
          <a:solidFill>
            <a:srgbClr val="132F4C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365760" y="4535424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scanme.nmap.org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3657600" y="4535424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Official Nmap test target — SSH and HTTP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8321040" y="4553712"/>
            <a:ext cx="868680" cy="25603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5" name="Text 43"/>
          <p:cNvSpPr/>
          <p:nvPr/>
        </p:nvSpPr>
        <p:spPr>
          <a:xfrm>
            <a:off x="8321040" y="4553712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228600" y="4919472"/>
            <a:ext cx="8686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 Only scan targets you own or have explicit written permission to scan.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8288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Flow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274320" y="804672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run the platform end-to-end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078992"/>
            <a:ext cx="8595360" cy="2743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6" name="Shape 4"/>
          <p:cNvSpPr/>
          <p:nvPr/>
        </p:nvSpPr>
        <p:spPr>
          <a:xfrm>
            <a:off x="228600" y="1298448"/>
            <a:ext cx="2743200" cy="1508760"/>
          </a:xfrm>
          <a:prstGeom prst="rect">
            <a:avLst/>
          </a:prstGeom>
          <a:solidFill>
            <a:srgbClr val="1B2F4E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435608"/>
            <a:ext cx="457200" cy="457200"/>
          </a:xfrm>
          <a:prstGeom prst="ellipse">
            <a:avLst/>
          </a:prstGeom>
          <a:solidFill>
            <a:srgbClr val="1D6FA4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4356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144475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6F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Fill .env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20040" y="192024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VT API key, Gmail address, App Password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0" y="1298448"/>
            <a:ext cx="2743200" cy="1508760"/>
          </a:xfrm>
          <a:prstGeom prst="rect">
            <a:avLst/>
          </a:prstGeom>
          <a:solidFill>
            <a:srgbClr val="1B2F4E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37560" y="1435608"/>
            <a:ext cx="457200" cy="45720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3" name="Text 11"/>
          <p:cNvSpPr/>
          <p:nvPr/>
        </p:nvSpPr>
        <p:spPr>
          <a:xfrm>
            <a:off x="3337560" y="14356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886200" y="144475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Notebook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291840" y="192024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main.ipynb → Run all cells → all .py files written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172200" y="1298448"/>
            <a:ext cx="2743200" cy="1508760"/>
          </a:xfrm>
          <a:prstGeom prst="rect">
            <a:avLst/>
          </a:prstGeom>
          <a:solidFill>
            <a:srgbClr val="1B2F4E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309360" y="1435608"/>
            <a:ext cx="457200" cy="45720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8" name="Text 16"/>
          <p:cNvSpPr/>
          <p:nvPr/>
        </p:nvSpPr>
        <p:spPr>
          <a:xfrm>
            <a:off x="6309360" y="14356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858000" y="144475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 Dashboard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263640" y="192024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streamlit run dashboard/app.py → localhost:8501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28600" y="2990088"/>
            <a:ext cx="2743200" cy="1508760"/>
          </a:xfrm>
          <a:prstGeom prst="rect">
            <a:avLst/>
          </a:prstGeom>
          <a:solidFill>
            <a:srgbClr val="1B2F4E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127248"/>
            <a:ext cx="457200" cy="45720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23" name="Text 21"/>
          <p:cNvSpPr/>
          <p:nvPr/>
        </p:nvSpPr>
        <p:spPr>
          <a:xfrm>
            <a:off x="365760" y="31272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14400" y="313639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 Target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20040" y="361188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 testphp.vulnweb.com → click Run Scan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00400" y="2990088"/>
            <a:ext cx="2743200" cy="1508760"/>
          </a:xfrm>
          <a:prstGeom prst="rect">
            <a:avLst/>
          </a:prstGeom>
          <a:solidFill>
            <a:srgbClr val="1B2F4E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337560" y="3127248"/>
            <a:ext cx="457200" cy="45720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28" name="Text 26"/>
          <p:cNvSpPr/>
          <p:nvPr/>
        </p:nvSpPr>
        <p:spPr>
          <a:xfrm>
            <a:off x="3337560" y="31272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3886200" y="313639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 Results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3291840" y="361188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Charts, table, CVE cards, host map appear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172200" y="2990088"/>
            <a:ext cx="2743200" cy="1508760"/>
          </a:xfrm>
          <a:prstGeom prst="rect">
            <a:avLst/>
          </a:prstGeom>
          <a:solidFill>
            <a:srgbClr val="1B2F4E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309360" y="3127248"/>
            <a:ext cx="457200" cy="45720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3" name="Text 31"/>
          <p:cNvSpPr/>
          <p:nvPr/>
        </p:nvSpPr>
        <p:spPr>
          <a:xfrm>
            <a:off x="6309360" y="31272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858000" y="313639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 &amp; Alert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263640" y="361188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CSV/PDF download or email auto-sent on High/Critical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8288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 &amp; Features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274320" y="804672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platform delivers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078992"/>
            <a:ext cx="8595360" cy="2743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6" name="Shape 4"/>
          <p:cNvSpPr/>
          <p:nvPr/>
        </p:nvSpPr>
        <p:spPr>
          <a:xfrm>
            <a:off x="228600" y="1298448"/>
            <a:ext cx="1554480" cy="1280160"/>
          </a:xfrm>
          <a:prstGeom prst="rect">
            <a:avLst/>
          </a:prstGeom>
          <a:solidFill>
            <a:srgbClr val="1B2F4E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28600" y="1335024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65+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228600" y="202996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Ports Scanned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984248" y="1298448"/>
            <a:ext cx="1554480" cy="1280160"/>
          </a:xfrm>
          <a:prstGeom prst="rect">
            <a:avLst/>
          </a:prstGeom>
          <a:solidFill>
            <a:srgbClr val="1B2F4E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984248" y="1335024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D6F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40+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1984248" y="202996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Services Mapped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739896" y="1298448"/>
            <a:ext cx="1554480" cy="1280160"/>
          </a:xfrm>
          <a:prstGeom prst="rect">
            <a:avLst/>
          </a:prstGeom>
          <a:solidFill>
            <a:srgbClr val="1B2F4E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739896" y="1335024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3739896" y="202996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Pages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95544" y="1298448"/>
            <a:ext cx="1554480" cy="1280160"/>
          </a:xfrm>
          <a:prstGeom prst="rect">
            <a:avLst/>
          </a:prstGeom>
          <a:solidFill>
            <a:srgbClr val="1B2F4E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95544" y="1335024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4400" dirty="0"/>
          </a:p>
        </p:txBody>
      </p:sp>
      <p:sp>
        <p:nvSpPr>
          <p:cNvPr id="17" name="Text 15"/>
          <p:cNvSpPr/>
          <p:nvPr/>
        </p:nvSpPr>
        <p:spPr>
          <a:xfrm>
            <a:off x="5495544" y="202996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Modules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251192" y="1298448"/>
            <a:ext cx="1554480" cy="1280160"/>
          </a:xfrm>
          <a:prstGeom prst="rect">
            <a:avLst/>
          </a:prstGeom>
          <a:solidFill>
            <a:srgbClr val="1B2F4E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251192" y="1335024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4400" dirty="0"/>
          </a:p>
        </p:txBody>
      </p:sp>
      <p:sp>
        <p:nvSpPr>
          <p:cNvPr id="20" name="Text 18"/>
          <p:cNvSpPr/>
          <p:nvPr/>
        </p:nvSpPr>
        <p:spPr>
          <a:xfrm>
            <a:off x="7251192" y="202996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HTML/CSS Written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74320" y="2761488"/>
            <a:ext cx="8595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Automated Nmap scanning — no manual steps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74320" y="3035808"/>
            <a:ext cx="8595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VirusTotal enrichment — real threat intelligence per IP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74320" y="3310128"/>
            <a:ext cx="8595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CVSS-inspired scoring — consistent 1–10 risk scale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74320" y="3584448"/>
            <a:ext cx="8595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5 interactive Plotly charts across dedicated dashboard pages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74320" y="3858768"/>
            <a:ext cx="8595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SQLite scan history — compare results over time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74320" y="4133088"/>
            <a:ext cx="8595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PDF report and email alert auto-generated on High/Critical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74320" y="4407408"/>
            <a:ext cx="8595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CSV export for use in Excel, SIEM, or compliance tools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70832"/>
            <a:ext cx="9144000" cy="772668"/>
          </a:xfrm>
          <a:prstGeom prst="rect">
            <a:avLst/>
          </a:prstGeom>
          <a:solidFill>
            <a:srgbClr val="1B2F4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370832"/>
            <a:ext cx="137160" cy="77266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201168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274320" y="804672"/>
            <a:ext cx="8595360" cy="2743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6" name="Text 4"/>
          <p:cNvSpPr/>
          <p:nvPr/>
        </p:nvSpPr>
        <p:spPr>
          <a:xfrm>
            <a:off x="228600" y="1088136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🎯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960120" y="103327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 Achieved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60120" y="1307592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requirements implemented — scanning, scoring, alerts, history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28600" y="1883664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🔧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960120" y="18288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Modular Design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60120" y="21031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independent modules, each focused on a single responsibility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28600" y="2679192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🌍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960120" y="262432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Tools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60120" y="2898648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Industry-standard Nmap + VirusTotal — same tools used by SOC teams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28600" y="347472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📈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960120" y="3419856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Extensible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60120" y="3694176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scheduled scans, ML anomaly detection, or SIEM export easily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0" y="4370832"/>
            <a:ext cx="9144000" cy="7726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  |  Questions Welcome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NetGuard — Cyber Risk Assessment &amp; Threat Intelligence Platform</dc:title>
  <dc:subject>PptxGenJS Presentation</dc:subject>
  <dc:creator>PptxGenJS</dc:creator>
  <cp:lastModifiedBy>PptxGenJS</cp:lastModifiedBy>
  <cp:revision>1</cp:revision>
  <dcterms:created xsi:type="dcterms:W3CDTF">2026-03-27T07:19:37Z</dcterms:created>
  <dcterms:modified xsi:type="dcterms:W3CDTF">2026-03-27T07:19:37Z</dcterms:modified>
</cp:coreProperties>
</file>